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1626-B050-9403-1F4D-05378259C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88237-1A37-C518-B29B-64A1FE9B6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C1ABA-AF3A-C605-21E3-B9877B48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0C923-FA01-63E3-A53D-B1D77BDF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A1D2-E36B-92DA-6F31-41894398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3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762C-0F8B-53A1-7887-09AC75FD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91B5F-9462-4793-4EE8-37DB6697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7D56-F5B7-E040-3F23-E82937D4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B5A-FA5C-2EBF-AC7B-0AD91CF4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7E7C3-BE40-3511-95A8-E7B58368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67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2395-6903-896D-ACD6-2BE46661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51646-6D85-BC1D-2E6E-F82A9DA8B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0B186-B84C-46BC-1D69-E82E578CA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B1C6-E85F-595D-7003-38D93E7E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B1CA9-9855-1A4B-3C1E-7D7AEFEC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07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E391-34F9-C1CF-2740-CD8001AE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4F99F-609A-4963-6843-832BC53A7E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7682C-E3D9-EA3A-91A8-748487DA6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879D0-6668-F0BF-DB00-F317077B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AD04D-742D-EB2C-7251-A50520EB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8BBE7-69FF-C9F9-6F35-64E291DD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68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23AA-481E-0923-DC96-E88CF597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EFEC6-17E6-9322-C96F-29719D59A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88705-752A-8469-CD8A-620400046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9FE45-4E9A-2EF1-D873-8A5E79AE3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A1C3F-BD6B-90E9-6112-F7394D1F5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460A9-92A1-AF7A-3585-09FE9839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82DA6-EFF3-DBD0-6B31-377BA513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A2756-310A-E00D-0ECE-FAD78B0AF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57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C083-ADEE-E8C1-C9CE-6FB99FE9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2EF41-BBD8-A27A-FB5C-624E0CCB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523F5-A7C3-B149-0A64-317FF772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220CE-F85C-8268-7E51-5DEF3C27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3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49A80-5298-0145-235A-2623AC34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936ED-B617-0C84-5C52-89AA4029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0E230-EF1F-83F7-AFCE-EAAC89BF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15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417C-AEFF-FEFD-520B-D1EB086D8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400E-42C7-1ADE-4EB9-CBF4C136A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73ADB-425C-AE59-1BA6-276DA9938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EBDBC-ABA6-9D97-DA62-5F61B8BE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35CCA-BD23-DECF-3236-679C59DE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58508-E080-E261-2906-732BABA5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0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34ED-781E-4426-12D6-3CACF515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6BDD1-2FB3-B7B0-77F4-3F0313D78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DB8E5-8D09-EB68-91D8-1F2BBD523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16ED5-8352-7281-AAED-1E0F9B20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E6403-68FE-32B7-36C8-AC7CCD44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F7E14-C777-F8B0-648D-868B72E8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85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D8EF-B0A3-A767-1BB0-57AF794B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12E21-698C-BF42-8B04-147E38190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C67A7-6876-37AD-E306-9ABA8029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38E71-5A7B-4A8E-C190-AE8AEB98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30FC5-4F0D-212D-1A1A-53C5933FE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893D4D-FD1B-FE72-9CE8-2C0C9C6B4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77DBF-21B8-E03E-7D71-A67C66976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333BF-F5E6-C6D2-B7FA-C17D2F16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B165-D4B7-9DB2-C0A1-40EDF2DE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7B60B-D21D-737B-0C11-F7122939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21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30F50-9999-ACF2-3CCF-7D46B101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B043-DE5C-3DBE-4949-7C6439C5F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C4190-E766-9F45-C237-FA128FB4B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67C339-D739-452A-9C90-C0D98BF16F4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5FB74-14C7-DA55-1A82-05E75515E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3E57-978D-A4F1-0E18-476371DA3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56710-A7F6-4961-BBB3-D4EF89205F2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AC843-E267-876C-58DE-E1C90B635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272457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865BF-96AB-89C7-025A-D9D07EB19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07781-1AEE-4FE2-8527-FF7B46F123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7F342F-8F86-41FC-A9DE-865B16F50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FA5174A-CE0B-42D0-8DA3-4E995C092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E35DE37-E5F4-4D1E-8AE0-8A7D46F3B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1" y="990600"/>
            <a:ext cx="99060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6C6BE-705C-E9BC-F79A-B93E3AB08047}"/>
              </a:ext>
            </a:extLst>
          </p:cNvPr>
          <p:cNvSpPr txBox="1"/>
          <p:nvPr/>
        </p:nvSpPr>
        <p:spPr>
          <a:xfrm>
            <a:off x="1142999" y="3429000"/>
            <a:ext cx="6781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1" fontAlgn="base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kumimoji="0" lang="en-US" altLang="en-US" sz="3200" b="1" i="0" u="none" strike="noStrike" kern="1200" cap="none" normalizeH="0" baseline="0" dirty="0">
                <a:ln>
                  <a:noFill/>
                </a:ln>
                <a:solidFill>
                  <a:schemeClr val="tx1">
                    <a:alpha val="55000"/>
                  </a:schemeClr>
                </a:solidFill>
                <a:effectLst/>
                <a:latin typeface="+mn-lt"/>
                <a:ea typeface="+mn-ea"/>
                <a:cs typeface="+mn-cs"/>
              </a:rPr>
              <a:t>Swiggy Restaurant Recommender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802F6-B0B3-4F96-CBC3-EAB2ABBA4CAC}"/>
              </a:ext>
            </a:extLst>
          </p:cNvPr>
          <p:cNvSpPr/>
          <p:nvPr/>
        </p:nvSpPr>
        <p:spPr>
          <a:xfrm>
            <a:off x="10559845" y="6331974"/>
            <a:ext cx="1435510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525E80-54B4-EF23-8905-480FC02605F9}"/>
              </a:ext>
            </a:extLst>
          </p:cNvPr>
          <p:cNvSpPr txBox="1"/>
          <p:nvPr/>
        </p:nvSpPr>
        <p:spPr>
          <a:xfrm>
            <a:off x="926874" y="5181600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67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24AA-7C0F-824D-8D8B-6CCDD8F5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98B49B9-BD09-C184-50C7-6000FE4C2FAD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black background with text and words&#10;&#10;AI-generated content may be incorrect.">
            <a:extLst>
              <a:ext uri="{FF2B5EF4-FFF2-40B4-BE49-F238E27FC236}">
                <a16:creationId xmlns:a16="http://schemas.microsoft.com/office/drawing/2014/main" id="{7A3E54B3-95B4-F604-FDD8-B2D9D636C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61AC6F-1BCA-B9E0-46FB-B6D395435346}"/>
              </a:ext>
            </a:extLst>
          </p:cNvPr>
          <p:cNvSpPr/>
          <p:nvPr/>
        </p:nvSpPr>
        <p:spPr>
          <a:xfrm>
            <a:off x="10559845" y="6331974"/>
            <a:ext cx="1435510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27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6923-F4E2-2DE8-E671-74BD3975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867891-FA7F-F1D9-BB35-4F2C954E3F93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diagram of data preparation and cleaning process">
            <a:extLst>
              <a:ext uri="{FF2B5EF4-FFF2-40B4-BE49-F238E27FC236}">
                <a16:creationId xmlns:a16="http://schemas.microsoft.com/office/drawing/2014/main" id="{624E8122-F59A-6EC0-0C3F-EE97D3037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936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23A668-661C-F506-0CDF-654309DFB096}"/>
              </a:ext>
            </a:extLst>
          </p:cNvPr>
          <p:cNvSpPr/>
          <p:nvPr/>
        </p:nvSpPr>
        <p:spPr>
          <a:xfrm>
            <a:off x="10137057" y="6425379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4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0274-CD17-1F5A-1317-0178432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38F833-2201-EDD1-0268-FBC69108F48B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77558727-B62F-3618-CD83-18CD807EA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" y="0"/>
            <a:ext cx="11474245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DAC1A9-5888-8EC2-40B4-E1B3E3C63500}"/>
              </a:ext>
            </a:extLst>
          </p:cNvPr>
          <p:cNvSpPr/>
          <p:nvPr/>
        </p:nvSpPr>
        <p:spPr>
          <a:xfrm>
            <a:off x="10188910" y="6476999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19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F20F-D33F-86F4-2B44-BA5A8A32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D79065C-AB75-0E8F-239C-F2926DBC09B7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CB19A-EB33-20CC-FB7A-3D78A6C1D2A1}"/>
              </a:ext>
            </a:extLst>
          </p:cNvPr>
          <p:cNvSpPr/>
          <p:nvPr/>
        </p:nvSpPr>
        <p:spPr>
          <a:xfrm>
            <a:off x="10137057" y="6425379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2D5EC9-D5EC-FE8C-8EA5-E42A47596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9AC202-17A4-F840-3E5B-5A37F5F79F82}"/>
              </a:ext>
            </a:extLst>
          </p:cNvPr>
          <p:cNvSpPr/>
          <p:nvPr/>
        </p:nvSpPr>
        <p:spPr>
          <a:xfrm>
            <a:off x="10269793" y="6425379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76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33F9-01A3-5BF1-C546-15446F2BF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F582F7-0BD7-F561-CC95-A49A7EA0ACC7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kern="1200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Jeevarathinam R</a:t>
            </a:r>
            <a:endParaRPr kumimoji="0" lang="en-US" altLang="en-US" sz="2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F8D3D1-A232-985C-0136-D8707BE69516}"/>
              </a:ext>
            </a:extLst>
          </p:cNvPr>
          <p:cNvSpPr/>
          <p:nvPr/>
        </p:nvSpPr>
        <p:spPr>
          <a:xfrm>
            <a:off x="10137057" y="6425379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807885F-0F89-3583-6E94-DA0D32A37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886" y="251210"/>
            <a:ext cx="8360228" cy="586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CC2B36-7DDB-AE5E-7C5C-7F9273BDC1D0}"/>
              </a:ext>
            </a:extLst>
          </p:cNvPr>
          <p:cNvSpPr/>
          <p:nvPr/>
        </p:nvSpPr>
        <p:spPr>
          <a:xfrm>
            <a:off x="2120147" y="5726094"/>
            <a:ext cx="1789471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04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RANGANATHAN Jeevarathinam</dc:creator>
  <cp:lastModifiedBy>RANGANATHAN Jeevarathinam</cp:lastModifiedBy>
  <cp:revision>1</cp:revision>
  <dcterms:created xsi:type="dcterms:W3CDTF">2025-12-15T05:49:37Z</dcterms:created>
  <dcterms:modified xsi:type="dcterms:W3CDTF">2025-12-16T04:40:24Z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